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sldIdLst>
    <p:sldId id="268" r:id="rId4"/>
    <p:sldId id="262" r:id="rId5"/>
    <p:sldId id="263" r:id="rId6"/>
    <p:sldId id="267" r:id="rId7"/>
    <p:sldId id="256" r:id="rId8"/>
    <p:sldId id="257" r:id="rId9"/>
    <p:sldId id="269" r:id="rId10"/>
    <p:sldId id="258" r:id="rId11"/>
    <p:sldId id="259" r:id="rId12"/>
    <p:sldId id="260" r:id="rId13"/>
    <p:sldId id="270" r:id="rId14"/>
    <p:sldId id="261" r:id="rId15"/>
  </p:sldIdLst>
  <p:sldSz cx="12192000" cy="6858000"/>
  <p:notesSz cx="12192000" cy="6858000"/>
  <p:embeddedFontLst>
    <p:embeddedFont>
      <p:font typeface="MiSans" charset="-122"/>
      <p:regular r:id="rId19"/>
    </p:embeddedFont>
    <p:embeddedFont>
      <p:font typeface="白桃啵啵茶" panose="02010600040101010101" charset="-122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9221"/>
    <a:srgbClr val="FAF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795" y="-635"/>
            <a:ext cx="12142470" cy="6858635"/>
          </a:xfrm>
          <a:prstGeom prst="rect">
            <a:avLst/>
          </a:prstGeom>
          <a:solidFill>
            <a:srgbClr val="FAF0E3"/>
          </a:solidFill>
        </p:spPr>
        <p:txBody>
          <a:bodyPr wrap="square" rtlCol="0">
            <a:noAutofit/>
          </a:bodyPr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967480" y="2660650"/>
            <a:ext cx="425767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400">
                <a:solidFill>
                  <a:srgbClr val="FB9221"/>
                </a:solidFill>
                <a:latin typeface="Tahoma Regular" panose="020B0804030504040204" charset="0"/>
                <a:ea typeface="白桃啵啵茶" panose="02010600040101010101" charset="-122"/>
              </a:rPr>
              <a:t>APP </a:t>
            </a:r>
            <a:r>
              <a:rPr lang="zh-CN" altLang="en-US" sz="4400">
                <a:solidFill>
                  <a:srgbClr val="FB9221"/>
                </a:solidFill>
                <a:latin typeface="Tahoma Regular" panose="020B0804030504040204" charset="0"/>
                <a:ea typeface="白桃啵啵茶" panose="02010600040101010101" charset="-122"/>
              </a:rPr>
              <a:t>人物</a:t>
            </a:r>
            <a:r>
              <a:rPr lang="zh-CN" altLang="en-US" sz="4400">
                <a:solidFill>
                  <a:srgbClr val="FB9221"/>
                </a:solidFill>
                <a:latin typeface="Tahoma Regular" panose="020B0804030504040204" charset="0"/>
                <a:ea typeface="白桃啵啵茶" panose="02010600040101010101" charset="-122"/>
              </a:rPr>
              <a:t>介绍</a:t>
            </a:r>
            <a:endParaRPr lang="zh-CN" altLang="en-US" sz="4400">
              <a:solidFill>
                <a:srgbClr val="FB9221"/>
              </a:solidFill>
              <a:latin typeface="Tahoma Regular" panose="020B0804030504040204" charset="0"/>
              <a:ea typeface="白桃啵啵茶" panose="0201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/Users/shuyingzhou/Library/Containers/com.kingsoft.wpsoffice.mac/Data/tmp/picturecompress_20260902161432/output_1.pngoutput_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/Users/shuyingzhou/Library/Containers/com.kingsoft.wpsoffice.mac/Data/tmp/picturecompress_20260902171018/output_1.pngoutput_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9265" y="276860"/>
            <a:ext cx="2060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latin typeface="白桃啵啵茶" panose="02010600040101010101" charset="-122"/>
                <a:ea typeface="白桃啵啵茶" panose="02010600040101010101" charset="-122"/>
              </a:rPr>
              <a:t>编辑师</a:t>
            </a:r>
            <a:endParaRPr lang="zh-CN" altLang="en-US" sz="3600">
              <a:latin typeface="白桃啵啵茶" panose="02010600040101010101" charset="-122"/>
              <a:ea typeface="白桃啵啵茶" panose="0201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795" y="-635"/>
            <a:ext cx="12181205" cy="6858635"/>
          </a:xfrm>
          <a:prstGeom prst="rect">
            <a:avLst/>
          </a:prstGeom>
          <a:solidFill>
            <a:srgbClr val="FAF0E3"/>
          </a:solidFill>
        </p:spPr>
        <p:txBody>
          <a:bodyPr wrap="square" rtlCol="0">
            <a:noAutofit/>
          </a:bodyPr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967480" y="2660650"/>
            <a:ext cx="425767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>
                <a:solidFill>
                  <a:srgbClr val="FB9221"/>
                </a:solidFill>
                <a:latin typeface="Tahoma Regular" panose="020B0804030504040204" charset="0"/>
                <a:ea typeface="白桃啵啵茶" panose="02010600040101010101" charset="-122"/>
              </a:rPr>
              <a:t>主要功能</a:t>
            </a:r>
            <a:endParaRPr lang="zh-CN" altLang="en-US" sz="4400">
              <a:solidFill>
                <a:srgbClr val="FB9221"/>
              </a:solidFill>
              <a:latin typeface="Tahoma Regular" panose="020B0804030504040204" charset="0"/>
              <a:ea typeface="白桃啵啵茶" panose="0201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12065"/>
            <a:ext cx="12192000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795" y="-635"/>
            <a:ext cx="12181205" cy="6858635"/>
          </a:xfrm>
          <a:prstGeom prst="rect">
            <a:avLst/>
          </a:prstGeom>
          <a:solidFill>
            <a:srgbClr val="FAF0E3"/>
          </a:solidFill>
        </p:spPr>
        <p:txBody>
          <a:bodyPr wrap="square" rtlCol="0">
            <a:noAutofit/>
          </a:bodyPr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967480" y="2660650"/>
            <a:ext cx="425767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>
                <a:solidFill>
                  <a:srgbClr val="FB9221"/>
                </a:solidFill>
                <a:latin typeface="Tahoma Regular" panose="020B0804030504040204" charset="0"/>
                <a:ea typeface="白桃啵啵茶" panose="02010600040101010101" charset="-122"/>
              </a:rPr>
              <a:t>笔记生成</a:t>
            </a:r>
            <a:r>
              <a:rPr lang="zh-CN" altLang="en-US" sz="4400">
                <a:solidFill>
                  <a:srgbClr val="FB9221"/>
                </a:solidFill>
                <a:latin typeface="Tahoma Regular" panose="020B0804030504040204" charset="0"/>
                <a:ea typeface="白桃啵啵茶" panose="02010600040101010101" charset="-122"/>
              </a:rPr>
              <a:t>流程</a:t>
            </a:r>
            <a:endParaRPr lang="zh-CN" altLang="en-US" sz="4400">
              <a:solidFill>
                <a:srgbClr val="FB9221"/>
              </a:solidFill>
              <a:latin typeface="Tahoma Regular" panose="020B0804030504040204" charset="0"/>
              <a:ea typeface="白桃啵啵茶" panose="0201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BC70"/>
            </a:gs>
            <a:gs pos="100000">
              <a:srgbClr val="FCF6E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ne1"/>
          <p:cNvPicPr/>
          <p:nvPr/>
        </p:nvPicPr>
        <p:blipFill>
          <a:blip r:embed="rId1"/>
          <a:srcRect l="3005" t="6972" r="74401" b="2204"/>
          <a:stretch>
            <a:fillRect/>
          </a:stretch>
        </p:blipFill>
        <p:spPr>
          <a:xfrm>
            <a:off x="304800" y="660400"/>
            <a:ext cx="2768600" cy="60071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algn="bl" rotWithShape="0">
              <a:srgbClr val="000000">
                <a:alpha val="14902"/>
              </a:srgbClr>
            </a:outerShdw>
          </a:effectLst>
        </p:spPr>
      </p:pic>
      <p:pic>
        <p:nvPicPr>
          <p:cNvPr id="3" name="phone2"/>
          <p:cNvPicPr/>
          <p:nvPr/>
        </p:nvPicPr>
        <p:blipFill>
          <a:blip r:embed="rId2"/>
          <a:stretch>
            <a:fillRect/>
          </a:stretch>
        </p:blipFill>
        <p:spPr>
          <a:xfrm>
            <a:off x="3242310" y="660400"/>
            <a:ext cx="2768600" cy="60071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algn="bl" rotWithShape="0">
              <a:srgbClr val="000000">
                <a:alpha val="14902"/>
              </a:srgbClr>
            </a:outerShdw>
          </a:effectLst>
        </p:spPr>
      </p:pic>
      <p:pic>
        <p:nvPicPr>
          <p:cNvPr id="4" name="phone3"/>
          <p:cNvPicPr/>
          <p:nvPr/>
        </p:nvPicPr>
        <p:blipFill>
          <a:blip r:embed="rId3"/>
          <a:srcRect l="1292" t="8812" r="76932" b="5130"/>
          <a:stretch>
            <a:fillRect/>
          </a:stretch>
        </p:blipFill>
        <p:spPr>
          <a:xfrm>
            <a:off x="6181090" y="660400"/>
            <a:ext cx="2768600" cy="60071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algn="bl" rotWithShape="0">
              <a:srgbClr val="000000">
                <a:alpha val="14902"/>
              </a:srgbClr>
            </a:outerShdw>
          </a:effectLst>
        </p:spPr>
      </p:pic>
      <p:pic>
        <p:nvPicPr>
          <p:cNvPr id="5" name="phone4"/>
          <p:cNvPicPr/>
          <p:nvPr/>
        </p:nvPicPr>
        <p:blipFill>
          <a:blip r:embed="rId4"/>
          <a:stretch>
            <a:fillRect/>
          </a:stretch>
        </p:blipFill>
        <p:spPr>
          <a:xfrm>
            <a:off x="9118600" y="660400"/>
            <a:ext cx="2768600" cy="60071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algn="bl" rotWithShape="0">
              <a:srgbClr val="000000">
                <a:alpha val="14902"/>
              </a:srgbClr>
            </a:outerShdw>
          </a:effectLst>
        </p:spPr>
      </p:pic>
      <p:sp>
        <p:nvSpPr>
          <p:cNvPr id="6" name="ring1"/>
          <p:cNvSpPr/>
          <p:nvPr/>
        </p:nvSpPr>
        <p:spPr>
          <a:xfrm>
            <a:off x="330200" y="2044700"/>
            <a:ext cx="1257300" cy="4445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FFFFF"/>
            </a:solidFill>
          </a:ln>
          <a:effectLst>
            <a:outerShdw blurRad="50800" dist="12700" dir="5400000" algn="bl" rotWithShape="0">
              <a:srgbClr val="C24E00">
                <a:alpha val="50196"/>
              </a:srgbClr>
            </a:outerShdw>
          </a:effectLst>
        </p:spPr>
      </p:sp>
      <p:sp>
        <p:nvSpPr>
          <p:cNvPr id="7" name="ring2"/>
          <p:cNvSpPr/>
          <p:nvPr/>
        </p:nvSpPr>
        <p:spPr>
          <a:xfrm>
            <a:off x="3505200" y="4381500"/>
            <a:ext cx="2235200" cy="4699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B6A16"/>
            </a:solidFill>
          </a:ln>
        </p:spPr>
      </p:sp>
      <p:sp>
        <p:nvSpPr>
          <p:cNvPr id="8" name="ring3"/>
          <p:cNvSpPr/>
          <p:nvPr/>
        </p:nvSpPr>
        <p:spPr>
          <a:xfrm>
            <a:off x="6197600" y="5461000"/>
            <a:ext cx="2730500" cy="5080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B6A16"/>
            </a:solidFill>
          </a:ln>
        </p:spPr>
      </p:sp>
      <p:sp>
        <p:nvSpPr>
          <p:cNvPr id="9" name="ring4"/>
          <p:cNvSpPr/>
          <p:nvPr/>
        </p:nvSpPr>
        <p:spPr>
          <a:xfrm>
            <a:off x="9258300" y="1739900"/>
            <a:ext cx="2514600" cy="838200"/>
          </a:xfrm>
          <a:prstGeom prst="roundRect">
            <a:avLst>
              <a:gd name="adj" fmla="val 12000"/>
            </a:avLst>
          </a:prstGeom>
          <a:noFill/>
          <a:ln w="38100">
            <a:solidFill>
              <a:srgbClr val="FB6A16"/>
            </a:solidFill>
          </a:ln>
        </p:spPr>
      </p:sp>
      <p:sp>
        <p:nvSpPr>
          <p:cNvPr id="10" name="arrow1"/>
          <p:cNvSpPr/>
          <p:nvPr/>
        </p:nvSpPr>
        <p:spPr>
          <a:xfrm>
            <a:off x="3069590" y="3530600"/>
            <a:ext cx="177800" cy="2540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701A"/>
          </a:solidFill>
          <a:ln>
            <a:noFill/>
          </a:ln>
        </p:spPr>
      </p:sp>
      <p:sp>
        <p:nvSpPr>
          <p:cNvPr id="11" name="arrow2"/>
          <p:cNvSpPr/>
          <p:nvPr/>
        </p:nvSpPr>
        <p:spPr>
          <a:xfrm>
            <a:off x="6007100" y="3530600"/>
            <a:ext cx="177800" cy="2540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701A"/>
          </a:solidFill>
          <a:ln>
            <a:noFill/>
          </a:ln>
        </p:spPr>
      </p:sp>
      <p:sp>
        <p:nvSpPr>
          <p:cNvPr id="12" name="arrow3"/>
          <p:cNvSpPr/>
          <p:nvPr/>
        </p:nvSpPr>
        <p:spPr>
          <a:xfrm>
            <a:off x="8945880" y="3530600"/>
            <a:ext cx="177800" cy="2540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701A"/>
          </a:solidFill>
          <a:ln>
            <a:noFill/>
          </a:ln>
        </p:spPr>
      </p:sp>
      <p:sp>
        <p:nvSpPr>
          <p:cNvPr id="13" name="pill1"/>
          <p:cNvSpPr/>
          <p:nvPr/>
        </p:nvSpPr>
        <p:spPr>
          <a:xfrm>
            <a:off x="419100" y="203200"/>
            <a:ext cx="2540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4" name="pill1t"/>
          <p:cNvSpPr txBox="1"/>
          <p:nvPr/>
        </p:nvSpPr>
        <p:spPr>
          <a:xfrm>
            <a:off x="419100" y="2032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E8701A"/>
                </a:solidFill>
                <a:latin typeface="MiSans" charset="-122"/>
                <a:ea typeface="MiSans" charset="-122"/>
              </a:rPr>
              <a:t>① 首页｜点「一键生成日记」</a:t>
            </a:r>
            <a:endParaRPr lang="en-US" sz="1100" noProof="1"/>
          </a:p>
        </p:txBody>
      </p:sp>
      <p:sp>
        <p:nvSpPr>
          <p:cNvPr id="15" name="pill2"/>
          <p:cNvSpPr/>
          <p:nvPr/>
        </p:nvSpPr>
        <p:spPr>
          <a:xfrm>
            <a:off x="3356610" y="203200"/>
            <a:ext cx="2540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6" name="pill2t"/>
          <p:cNvSpPr txBox="1"/>
          <p:nvPr/>
        </p:nvSpPr>
        <p:spPr>
          <a:xfrm>
            <a:off x="3356610" y="2032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E8701A"/>
                </a:solidFill>
                <a:latin typeface="MiSans" charset="-122"/>
                <a:ea typeface="MiSans" charset="-122"/>
              </a:rPr>
              <a:t>② 相册授权｜点「允许访问相册」</a:t>
            </a:r>
            <a:endParaRPr lang="en-US" sz="1100" noProof="1"/>
          </a:p>
        </p:txBody>
      </p:sp>
      <p:sp>
        <p:nvSpPr>
          <p:cNvPr id="17" name="pill3"/>
          <p:cNvSpPr/>
          <p:nvPr/>
        </p:nvSpPr>
        <p:spPr>
          <a:xfrm>
            <a:off x="6295390" y="203200"/>
            <a:ext cx="2540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8" name="pill3t"/>
          <p:cNvSpPr txBox="1"/>
          <p:nvPr/>
        </p:nvSpPr>
        <p:spPr>
          <a:xfrm>
            <a:off x="6295390" y="2032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E8701A"/>
                </a:solidFill>
                <a:latin typeface="MiSans" charset="-122"/>
                <a:ea typeface="MiSans" charset="-122"/>
              </a:rPr>
              <a:t>③ 选择照片｜点「生成日记」</a:t>
            </a:r>
            <a:endParaRPr lang="en-US" sz="1100" noProof="1"/>
          </a:p>
        </p:txBody>
      </p:sp>
      <p:sp>
        <p:nvSpPr>
          <p:cNvPr id="19" name="pill4"/>
          <p:cNvSpPr/>
          <p:nvPr/>
        </p:nvSpPr>
        <p:spPr>
          <a:xfrm>
            <a:off x="9232900" y="203200"/>
            <a:ext cx="2540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0" name="pill4t"/>
          <p:cNvSpPr txBox="1"/>
          <p:nvPr/>
        </p:nvSpPr>
        <p:spPr>
          <a:xfrm>
            <a:off x="9232900" y="2032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E8701A"/>
                </a:solidFill>
                <a:latin typeface="MiSans" charset="-122"/>
                <a:ea typeface="MiSans" charset="-122"/>
              </a:rPr>
              <a:t>④ 选择模版｜点「旅行游记」</a:t>
            </a:r>
            <a:endParaRPr lang="en-US" sz="11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BC70"/>
            </a:gs>
            <a:gs pos="100000">
              <a:srgbClr val="FCF6E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ne1"/>
          <p:cNvPicPr/>
          <p:nvPr/>
        </p:nvPicPr>
        <p:blipFill>
          <a:blip r:embed="rId1"/>
          <a:srcRect l="26880" t="7037" r="50734" b="1491"/>
          <a:stretch>
            <a:fillRect/>
          </a:stretch>
        </p:blipFill>
        <p:spPr>
          <a:xfrm>
            <a:off x="304800" y="660400"/>
            <a:ext cx="2768600" cy="60071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algn="bl" rotWithShape="0">
              <a:srgbClr val="000000">
                <a:alpha val="14902"/>
              </a:srgbClr>
            </a:outerShdw>
          </a:effectLst>
        </p:spPr>
      </p:pic>
      <p:pic>
        <p:nvPicPr>
          <p:cNvPr id="3" name="phone2"/>
          <p:cNvPicPr/>
          <p:nvPr/>
        </p:nvPicPr>
        <p:blipFill>
          <a:blip r:embed="rId2"/>
          <a:stretch>
            <a:fillRect/>
          </a:stretch>
        </p:blipFill>
        <p:spPr>
          <a:xfrm>
            <a:off x="3242310" y="660400"/>
            <a:ext cx="2768600" cy="60071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algn="bl" rotWithShape="0">
              <a:srgbClr val="000000">
                <a:alpha val="14902"/>
              </a:srgbClr>
            </a:outerShdw>
          </a:effectLst>
        </p:spPr>
      </p:pic>
      <p:pic>
        <p:nvPicPr>
          <p:cNvPr id="4" name="phone3"/>
          <p:cNvPicPr/>
          <p:nvPr/>
        </p:nvPicPr>
        <p:blipFill>
          <a:blip r:embed="rId3"/>
          <a:stretch>
            <a:fillRect/>
          </a:stretch>
        </p:blipFill>
        <p:spPr>
          <a:xfrm>
            <a:off x="6181090" y="660400"/>
            <a:ext cx="2768600" cy="60071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algn="bl" rotWithShape="0">
              <a:srgbClr val="000000">
                <a:alpha val="14902"/>
              </a:srgbClr>
            </a:outerShdw>
          </a:effectLst>
        </p:spPr>
      </p:pic>
      <p:pic>
        <p:nvPicPr>
          <p:cNvPr id="5" name="phone4"/>
          <p:cNvPicPr/>
          <p:nvPr/>
        </p:nvPicPr>
        <p:blipFill>
          <a:blip r:embed="rId4"/>
          <a:srcRect l="49672" t="9093" r="27298" b="4694"/>
          <a:stretch>
            <a:fillRect/>
          </a:stretch>
        </p:blipFill>
        <p:spPr>
          <a:xfrm>
            <a:off x="9118600" y="660400"/>
            <a:ext cx="2768600" cy="60071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algn="bl" rotWithShape="0">
              <a:srgbClr val="000000">
                <a:alpha val="14902"/>
              </a:srgbClr>
            </a:outerShdw>
          </a:effectLst>
        </p:spPr>
      </p:pic>
      <p:sp>
        <p:nvSpPr>
          <p:cNvPr id="6" name="ring1"/>
          <p:cNvSpPr/>
          <p:nvPr/>
        </p:nvSpPr>
        <p:spPr>
          <a:xfrm>
            <a:off x="660400" y="2578100"/>
            <a:ext cx="952500" cy="2921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B6A16"/>
            </a:solidFill>
          </a:ln>
        </p:spPr>
      </p:sp>
      <p:sp>
        <p:nvSpPr>
          <p:cNvPr id="7" name="ring3"/>
          <p:cNvSpPr/>
          <p:nvPr/>
        </p:nvSpPr>
        <p:spPr>
          <a:xfrm>
            <a:off x="6413500" y="4381500"/>
            <a:ext cx="2298700" cy="4699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B6A16"/>
            </a:solidFill>
          </a:ln>
        </p:spPr>
      </p:sp>
      <p:sp>
        <p:nvSpPr>
          <p:cNvPr id="8" name="ring4"/>
          <p:cNvSpPr/>
          <p:nvPr/>
        </p:nvSpPr>
        <p:spPr>
          <a:xfrm>
            <a:off x="11417300" y="901700"/>
            <a:ext cx="393700" cy="2667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B6A16"/>
            </a:solidFill>
          </a:ln>
        </p:spPr>
      </p:sp>
      <p:sp>
        <p:nvSpPr>
          <p:cNvPr id="9" name="arrow1"/>
          <p:cNvSpPr/>
          <p:nvPr/>
        </p:nvSpPr>
        <p:spPr>
          <a:xfrm>
            <a:off x="3069590" y="3530600"/>
            <a:ext cx="177800" cy="2540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701A"/>
          </a:solidFill>
          <a:ln>
            <a:noFill/>
          </a:ln>
        </p:spPr>
      </p:sp>
      <p:sp>
        <p:nvSpPr>
          <p:cNvPr id="10" name="arrow2"/>
          <p:cNvSpPr/>
          <p:nvPr/>
        </p:nvSpPr>
        <p:spPr>
          <a:xfrm>
            <a:off x="6007100" y="3530600"/>
            <a:ext cx="177800" cy="2540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701A"/>
          </a:solidFill>
          <a:ln>
            <a:noFill/>
          </a:ln>
        </p:spPr>
      </p:sp>
      <p:sp>
        <p:nvSpPr>
          <p:cNvPr id="11" name="arrow3"/>
          <p:cNvSpPr/>
          <p:nvPr/>
        </p:nvSpPr>
        <p:spPr>
          <a:xfrm>
            <a:off x="8945880" y="3530600"/>
            <a:ext cx="177800" cy="2540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701A"/>
          </a:solidFill>
          <a:ln>
            <a:noFill/>
          </a:ln>
        </p:spPr>
      </p:sp>
      <p:sp>
        <p:nvSpPr>
          <p:cNvPr id="12" name="pill1"/>
          <p:cNvSpPr/>
          <p:nvPr/>
        </p:nvSpPr>
        <p:spPr>
          <a:xfrm>
            <a:off x="419100" y="203200"/>
            <a:ext cx="2540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3" name="pill1t"/>
          <p:cNvSpPr txBox="1"/>
          <p:nvPr/>
        </p:nvSpPr>
        <p:spPr>
          <a:xfrm>
            <a:off x="419100" y="2032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E8701A"/>
                </a:solidFill>
                <a:latin typeface="MiSans" charset="-122"/>
                <a:ea typeface="MiSans" charset="-122"/>
              </a:rPr>
              <a:t>⑤ 选择排版师｜点「选择他」</a:t>
            </a:r>
            <a:endParaRPr lang="en-US" sz="1100" noProof="1"/>
          </a:p>
        </p:txBody>
      </p:sp>
      <p:sp>
        <p:nvSpPr>
          <p:cNvPr id="14" name="pill2"/>
          <p:cNvSpPr/>
          <p:nvPr/>
        </p:nvSpPr>
        <p:spPr>
          <a:xfrm>
            <a:off x="3356610" y="203200"/>
            <a:ext cx="2540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5" name="pill2t"/>
          <p:cNvSpPr txBox="1"/>
          <p:nvPr/>
        </p:nvSpPr>
        <p:spPr>
          <a:xfrm>
            <a:off x="3356610" y="2032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E8701A"/>
                </a:solidFill>
                <a:latin typeface="MiSans" charset="-122"/>
                <a:ea typeface="MiSans" charset="-122"/>
              </a:rPr>
              <a:t>⑥ 自动生成｜无需操作</a:t>
            </a:r>
            <a:endParaRPr lang="en-US" sz="1100" noProof="1"/>
          </a:p>
        </p:txBody>
      </p:sp>
      <p:sp>
        <p:nvSpPr>
          <p:cNvPr id="16" name="pill3"/>
          <p:cNvSpPr/>
          <p:nvPr/>
        </p:nvSpPr>
        <p:spPr>
          <a:xfrm>
            <a:off x="6295390" y="203200"/>
            <a:ext cx="2540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7" name="pill3t"/>
          <p:cNvSpPr txBox="1"/>
          <p:nvPr/>
        </p:nvSpPr>
        <p:spPr>
          <a:xfrm>
            <a:off x="6295390" y="2032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E8701A"/>
                </a:solidFill>
                <a:latin typeface="MiSans" charset="-122"/>
                <a:ea typeface="MiSans" charset="-122"/>
              </a:rPr>
              <a:t>⑦ 同伴命名｜点「保存名字」</a:t>
            </a:r>
            <a:endParaRPr lang="en-US" sz="1100" noProof="1"/>
          </a:p>
        </p:txBody>
      </p:sp>
      <p:sp>
        <p:nvSpPr>
          <p:cNvPr id="18" name="pill4"/>
          <p:cNvSpPr/>
          <p:nvPr/>
        </p:nvSpPr>
        <p:spPr>
          <a:xfrm>
            <a:off x="9232900" y="203200"/>
            <a:ext cx="2540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9" name="pill4t"/>
          <p:cNvSpPr txBox="1"/>
          <p:nvPr/>
        </p:nvSpPr>
        <p:spPr>
          <a:xfrm>
            <a:off x="9232900" y="2032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E8701A"/>
                </a:solidFill>
                <a:latin typeface="MiSans" charset="-122"/>
                <a:ea typeface="MiSans" charset="-122"/>
              </a:rPr>
              <a:t>⑧ 编辑日记｜点「保存」</a:t>
            </a:r>
            <a:endParaRPr lang="en-US" sz="11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BC70"/>
            </a:gs>
            <a:gs pos="100000">
              <a:srgbClr val="FCF6E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ne1"/>
          <p:cNvPicPr/>
          <p:nvPr/>
        </p:nvPicPr>
        <p:blipFill>
          <a:blip r:embed="rId1"/>
          <a:stretch>
            <a:fillRect/>
          </a:stretch>
        </p:blipFill>
        <p:spPr>
          <a:xfrm>
            <a:off x="304800" y="660400"/>
            <a:ext cx="2768600" cy="60071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algn="bl" rotWithShape="0">
              <a:srgbClr val="000000">
                <a:alpha val="14902"/>
              </a:srgbClr>
            </a:outerShdw>
          </a:effectLst>
        </p:spPr>
      </p:pic>
      <p:pic>
        <p:nvPicPr>
          <p:cNvPr id="3" name="phone2"/>
          <p:cNvPicPr/>
          <p:nvPr/>
        </p:nvPicPr>
        <p:blipFill>
          <a:blip r:embed="rId2"/>
          <a:srcRect l="74834" t="9093" r="2135" b="4694"/>
          <a:stretch>
            <a:fillRect/>
          </a:stretch>
        </p:blipFill>
        <p:spPr>
          <a:xfrm>
            <a:off x="3242310" y="660400"/>
            <a:ext cx="2768600" cy="60071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algn="bl" rotWithShape="0">
              <a:srgbClr val="000000">
                <a:alpha val="14902"/>
              </a:srgbClr>
            </a:outerShdw>
          </a:effectLst>
        </p:spPr>
      </p:pic>
      <p:pic>
        <p:nvPicPr>
          <p:cNvPr id="4" name="phone3"/>
          <p:cNvPicPr/>
          <p:nvPr/>
        </p:nvPicPr>
        <p:blipFill>
          <a:blip r:embed="rId3"/>
          <a:stretch>
            <a:fillRect/>
          </a:stretch>
        </p:blipFill>
        <p:spPr>
          <a:xfrm>
            <a:off x="6181090" y="660400"/>
            <a:ext cx="2768600" cy="60071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algn="bl" rotWithShape="0">
              <a:srgbClr val="000000">
                <a:alpha val="14902"/>
              </a:srgbClr>
            </a:outerShdw>
          </a:effectLst>
        </p:spPr>
      </p:pic>
      <p:pic>
        <p:nvPicPr>
          <p:cNvPr id="5" name="phone4"/>
          <p:cNvPicPr/>
          <p:nvPr/>
        </p:nvPicPr>
        <p:blipFill>
          <a:blip r:embed="rId4"/>
          <a:stretch>
            <a:fillRect/>
          </a:stretch>
        </p:blipFill>
        <p:spPr>
          <a:xfrm>
            <a:off x="9118600" y="660400"/>
            <a:ext cx="2768600" cy="6007100"/>
          </a:xfrm>
          <a:prstGeom prst="roundRect">
            <a:avLst>
              <a:gd name="adj" fmla="val 8000"/>
            </a:avLst>
          </a:prstGeom>
          <a:ln>
            <a:noFill/>
          </a:ln>
          <a:effectLst>
            <a:outerShdw blurRad="101600" dist="38100" dir="5400000" algn="bl" rotWithShape="0">
              <a:srgbClr val="000000">
                <a:alpha val="14902"/>
              </a:srgbClr>
            </a:outerShdw>
          </a:effectLst>
        </p:spPr>
      </p:pic>
      <p:sp>
        <p:nvSpPr>
          <p:cNvPr id="6" name="ring1"/>
          <p:cNvSpPr/>
          <p:nvPr/>
        </p:nvSpPr>
        <p:spPr>
          <a:xfrm>
            <a:off x="495300" y="4483100"/>
            <a:ext cx="2387600" cy="4445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B6A16"/>
            </a:solidFill>
          </a:ln>
        </p:spPr>
      </p:sp>
      <p:sp>
        <p:nvSpPr>
          <p:cNvPr id="7" name="ring2"/>
          <p:cNvSpPr/>
          <p:nvPr/>
        </p:nvSpPr>
        <p:spPr>
          <a:xfrm>
            <a:off x="5651500" y="901700"/>
            <a:ext cx="368300" cy="2921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B6A16"/>
            </a:solidFill>
          </a:ln>
        </p:spPr>
      </p:sp>
      <p:sp>
        <p:nvSpPr>
          <p:cNvPr id="8" name="ring3"/>
          <p:cNvSpPr/>
          <p:nvPr/>
        </p:nvSpPr>
        <p:spPr>
          <a:xfrm>
            <a:off x="6223000" y="5778500"/>
            <a:ext cx="2679700" cy="4318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B6A16"/>
            </a:solidFill>
          </a:ln>
        </p:spPr>
      </p:sp>
      <p:sp>
        <p:nvSpPr>
          <p:cNvPr id="9" name="ring4"/>
          <p:cNvSpPr/>
          <p:nvPr/>
        </p:nvSpPr>
        <p:spPr>
          <a:xfrm>
            <a:off x="9169400" y="4622800"/>
            <a:ext cx="2667000" cy="5207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FB6A16"/>
            </a:solidFill>
          </a:ln>
        </p:spPr>
      </p:sp>
      <p:sp>
        <p:nvSpPr>
          <p:cNvPr id="10" name="arrow1"/>
          <p:cNvSpPr/>
          <p:nvPr/>
        </p:nvSpPr>
        <p:spPr>
          <a:xfrm>
            <a:off x="3069590" y="3530600"/>
            <a:ext cx="177800" cy="2540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701A"/>
          </a:solidFill>
          <a:ln>
            <a:noFill/>
          </a:ln>
        </p:spPr>
      </p:sp>
      <p:sp>
        <p:nvSpPr>
          <p:cNvPr id="11" name="arrow2"/>
          <p:cNvSpPr/>
          <p:nvPr/>
        </p:nvSpPr>
        <p:spPr>
          <a:xfrm>
            <a:off x="6007100" y="3530600"/>
            <a:ext cx="177800" cy="2540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701A"/>
          </a:solidFill>
          <a:ln>
            <a:noFill/>
          </a:ln>
        </p:spPr>
      </p:sp>
      <p:sp>
        <p:nvSpPr>
          <p:cNvPr id="12" name="arrow3"/>
          <p:cNvSpPr/>
          <p:nvPr/>
        </p:nvSpPr>
        <p:spPr>
          <a:xfrm>
            <a:off x="8945880" y="3530600"/>
            <a:ext cx="177800" cy="254000"/>
          </a:xfrm>
          <a:custGeom>
            <a:avLst/>
            <a:gdLst/>
            <a:ahLst/>
            <a:cxnLst/>
            <a:rect l="l" t="t" r="r" b="b"/>
            <a:pathLst>
              <a:path w="256" h="512">
                <a:moveTo>
                  <a:pt x="247" y="233"/>
                </a:moveTo>
                <a:cubicBezTo>
                  <a:pt x="260" y="246"/>
                  <a:pt x="260" y="266"/>
                  <a:pt x="247" y="279"/>
                </a:cubicBezTo>
                <a:lnTo>
                  <a:pt x="87" y="439"/>
                </a:lnTo>
                <a:cubicBezTo>
                  <a:pt x="75" y="451"/>
                  <a:pt x="54" y="451"/>
                  <a:pt x="42" y="439"/>
                </a:cubicBezTo>
                <a:cubicBezTo>
                  <a:pt x="29" y="426"/>
                  <a:pt x="29" y="406"/>
                  <a:pt x="42" y="393"/>
                </a:cubicBezTo>
                <a:lnTo>
                  <a:pt x="179" y="256"/>
                </a:lnTo>
                <a:lnTo>
                  <a:pt x="42" y="119"/>
                </a:lnTo>
                <a:cubicBezTo>
                  <a:pt x="29" y="106"/>
                  <a:pt x="29" y="86"/>
                  <a:pt x="42" y="73"/>
                </a:cubicBezTo>
                <a:cubicBezTo>
                  <a:pt x="54" y="61"/>
                  <a:pt x="75" y="61"/>
                  <a:pt x="87" y="73"/>
                </a:cubicBezTo>
                <a:lnTo>
                  <a:pt x="247" y="233"/>
                </a:lnTo>
                <a:close/>
              </a:path>
            </a:pathLst>
          </a:custGeom>
          <a:solidFill>
            <a:srgbClr val="E8701A"/>
          </a:solidFill>
          <a:ln>
            <a:noFill/>
          </a:ln>
        </p:spPr>
      </p:sp>
      <p:sp>
        <p:nvSpPr>
          <p:cNvPr id="13" name="pill1"/>
          <p:cNvSpPr/>
          <p:nvPr/>
        </p:nvSpPr>
        <p:spPr>
          <a:xfrm>
            <a:off x="419100" y="203200"/>
            <a:ext cx="2540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4" name="pill1t"/>
          <p:cNvSpPr txBox="1"/>
          <p:nvPr/>
        </p:nvSpPr>
        <p:spPr>
          <a:xfrm>
            <a:off x="419100" y="2032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E8701A"/>
                </a:solidFill>
                <a:latin typeface="MiSans" charset="-122"/>
                <a:ea typeface="MiSans" charset="-122"/>
              </a:rPr>
              <a:t>⑨ 生成完成｜点「查看我的日记」</a:t>
            </a:r>
            <a:endParaRPr lang="en-US" sz="1100" noProof="1"/>
          </a:p>
        </p:txBody>
      </p:sp>
      <p:sp>
        <p:nvSpPr>
          <p:cNvPr id="15" name="pill2"/>
          <p:cNvSpPr/>
          <p:nvPr/>
        </p:nvSpPr>
        <p:spPr>
          <a:xfrm>
            <a:off x="3356610" y="203200"/>
            <a:ext cx="2540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6" name="pill2t"/>
          <p:cNvSpPr txBox="1"/>
          <p:nvPr/>
        </p:nvSpPr>
        <p:spPr>
          <a:xfrm>
            <a:off x="3356610" y="2032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E8701A"/>
                </a:solidFill>
                <a:latin typeface="MiSans" charset="-122"/>
                <a:ea typeface="MiSans" charset="-122"/>
              </a:rPr>
              <a:t>⑩ 日记详情｜点「···」分享</a:t>
            </a:r>
            <a:endParaRPr lang="en-US" sz="1100" noProof="1"/>
          </a:p>
        </p:txBody>
      </p:sp>
      <p:sp>
        <p:nvSpPr>
          <p:cNvPr id="17" name="pill3"/>
          <p:cNvSpPr/>
          <p:nvPr/>
        </p:nvSpPr>
        <p:spPr>
          <a:xfrm>
            <a:off x="6295390" y="203200"/>
            <a:ext cx="2540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18" name="pill3t"/>
          <p:cNvSpPr txBox="1"/>
          <p:nvPr/>
        </p:nvSpPr>
        <p:spPr>
          <a:xfrm>
            <a:off x="6295390" y="2032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E8701A"/>
                </a:solidFill>
                <a:latin typeface="MiSans" charset="-122"/>
                <a:ea typeface="MiSans" charset="-122"/>
              </a:rPr>
              <a:t>⑪ 公开范围｜点「完成」</a:t>
            </a:r>
            <a:endParaRPr lang="en-US" sz="1100" noProof="1"/>
          </a:p>
        </p:txBody>
      </p:sp>
      <p:sp>
        <p:nvSpPr>
          <p:cNvPr id="19" name="pill4"/>
          <p:cNvSpPr/>
          <p:nvPr/>
        </p:nvSpPr>
        <p:spPr>
          <a:xfrm>
            <a:off x="9232900" y="203200"/>
            <a:ext cx="254000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7843"/>
              </a:srgbClr>
            </a:outerShdw>
          </a:effectLst>
        </p:spPr>
      </p:sp>
      <p:sp>
        <p:nvSpPr>
          <p:cNvPr id="20" name="pill4t"/>
          <p:cNvSpPr txBox="1"/>
          <p:nvPr/>
        </p:nvSpPr>
        <p:spPr>
          <a:xfrm>
            <a:off x="9232900" y="203200"/>
            <a:ext cx="254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E8701A"/>
                </a:solidFill>
                <a:latin typeface="MiSans" charset="-122"/>
                <a:ea typeface="MiSans" charset="-122"/>
              </a:rPr>
              <a:t>⑫ 分享日记｜保存或导出</a:t>
            </a:r>
            <a:endParaRPr lang="en-US" sz="11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795" y="-635"/>
            <a:ext cx="12181205" cy="6858635"/>
          </a:xfrm>
          <a:prstGeom prst="rect">
            <a:avLst/>
          </a:prstGeom>
          <a:solidFill>
            <a:srgbClr val="FAF0E3"/>
          </a:solidFill>
        </p:spPr>
        <p:txBody>
          <a:bodyPr wrap="square" rtlCol="0">
            <a:noAutofit/>
          </a:bodyPr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672840" y="2660650"/>
            <a:ext cx="52476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400">
                <a:solidFill>
                  <a:srgbClr val="FB9221"/>
                </a:solidFill>
                <a:latin typeface="Tahoma Regular" panose="020B0804030504040204" charset="0"/>
                <a:ea typeface="白桃啵啵茶" panose="02010600040101010101" charset="-122"/>
              </a:rPr>
              <a:t>其他：用户画像</a:t>
            </a:r>
            <a:r>
              <a:rPr lang="zh-CN" altLang="en-US" sz="4400">
                <a:solidFill>
                  <a:srgbClr val="FB9221"/>
                </a:solidFill>
                <a:latin typeface="Tahoma Regular" panose="020B0804030504040204" charset="0"/>
                <a:ea typeface="白桃啵啵茶" panose="02010600040101010101" charset="-122"/>
              </a:rPr>
              <a:t>功能</a:t>
            </a:r>
            <a:endParaRPr lang="zh-CN" altLang="en-US" sz="4400">
              <a:solidFill>
                <a:srgbClr val="FB9221"/>
              </a:solidFill>
              <a:latin typeface="Tahoma Regular" panose="020B0804030504040204" charset="0"/>
              <a:ea typeface="白桃啵啵茶" panose="0201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PTD">
  <a:themeElements>
    <a:clrScheme name="PPTD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</Words>
  <Application>WPS 文字</Application>
  <PresentationFormat/>
  <Paragraphs>130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47" baseType="lpstr">
      <vt:lpstr>Arial</vt:lpstr>
      <vt:lpstr>宋体</vt:lpstr>
      <vt:lpstr>Wingdings</vt:lpstr>
      <vt:lpstr>MiSans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宋体-简</vt:lpstr>
      <vt:lpstr>Heiti SC Light</vt:lpstr>
      <vt:lpstr>华文仿宋</vt:lpstr>
      <vt:lpstr>治愈星球小可爱</vt:lpstr>
      <vt:lpstr>华康雅宋流叶体 W9</vt:lpstr>
      <vt:lpstr>汉仪仿宋KW</vt:lpstr>
      <vt:lpstr>Al Tarikh</vt:lpstr>
      <vt:lpstr>Apple Chancery</vt:lpstr>
      <vt:lpstr>Arial Hebrew Regular</vt:lpstr>
      <vt:lpstr>Bodoni 72 Oldstyle Book</vt:lpstr>
      <vt:lpstr>锦绣宋体</vt:lpstr>
      <vt:lpstr>华康搞怪水瓶体 W7</vt:lpstr>
      <vt:lpstr>白桃啵啵茶</vt:lpstr>
      <vt:lpstr>从未如此可爱</vt:lpstr>
      <vt:lpstr>华康隶书体W7</vt:lpstr>
      <vt:lpstr>汉仪菱心体简</vt:lpstr>
      <vt:lpstr>华文细黑</vt:lpstr>
      <vt:lpstr>文道潮黑体</vt:lpstr>
      <vt:lpstr>Academy Engraved LET</vt:lpstr>
      <vt:lpstr>Heiti TC Light</vt:lpstr>
      <vt:lpstr>Tamil MN Regular</vt:lpstr>
      <vt:lpstr>Tahoma Regular</vt:lpstr>
      <vt:lpstr>PPTD</vt:lpstr>
      <vt:lpstr>1_PPTD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AI日记设计图03（修订版）</dc:title>
  <dc:creator/>
  <cp:lastModifiedBy>周林乔</cp:lastModifiedBy>
  <cp:revision>2</cp:revision>
  <dcterms:created xsi:type="dcterms:W3CDTF">2026-09-02T14:54:25Z</dcterms:created>
  <dcterms:modified xsi:type="dcterms:W3CDTF">2026-09-02T14:54:25Z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ICV">
    <vt:lpwstr>9C1385BF4BBBEB0C3E37986A39A37B76_43</vt:lpwstr>
  </property>
  <property fmtid="{D5CDD505-2E9C-101B-9397-08002B2CF9AE}" pid="4" name="KSOProductBuildVer">
    <vt:lpwstr>2052-6.7.1.8828</vt:lpwstr>
  </property>
</Properties>
</file>